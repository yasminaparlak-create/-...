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Roboto Slab"/>
      <p:regular r:id="rId15"/>
      <p:bold r:id="rId16"/>
    </p:embeddedFont>
    <p:embeddedFont>
      <p:font typeface="Robo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Slab-regular.fntdata"/><Relationship Id="rId14" Type="http://schemas.openxmlformats.org/officeDocument/2006/relationships/slide" Target="slides/slide9.xml"/><Relationship Id="rId17" Type="http://schemas.openxmlformats.org/officeDocument/2006/relationships/font" Target="fonts/Roboto-regular.fntdata"/><Relationship Id="rId16" Type="http://schemas.openxmlformats.org/officeDocument/2006/relationships/font" Target="fonts/RobotoSlab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italic.fntdata"/><Relationship Id="rId6" Type="http://schemas.openxmlformats.org/officeDocument/2006/relationships/slide" Target="slides/slide1.xml"/><Relationship Id="rId18" Type="http://schemas.openxmlformats.org/officeDocument/2006/relationships/font" Target="fonts/Robo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b35913e92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b35913e92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b35913e92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b35913e92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b35913e926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b35913e92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b35913e926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b35913e926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b35913e926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b35913e926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35913e926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35913e926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b35913e926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b35913e926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b35913e926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b35913e926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7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9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“</a:t>
            </a:r>
            <a:r>
              <a:rPr lang="ru"/>
              <a:t>Space</a:t>
            </a:r>
            <a:r>
              <a:rPr lang="ru"/>
              <a:t> </a:t>
            </a:r>
            <a:r>
              <a:rPr lang="ru"/>
              <a:t>Cleaner”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Обзор игры</a:t>
            </a:r>
            <a:endParaRPr/>
          </a:p>
        </p:txBody>
      </p:sp>
      <p:sp>
        <p:nvSpPr>
          <p:cNvPr id="64" name="Google Shape;64;p13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Представляю вам игру “Space Cleaner” от Пироговой Я. К.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Погрузитесь в мир, где вы сражаетесь за баланс и чистоту во </a:t>
            </a:r>
            <a:r>
              <a:rPr lang="ru"/>
              <a:t>Вселенной.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Начало игры</a:t>
            </a:r>
            <a:endParaRPr/>
          </a:p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>
            <a:off x="387900" y="1489825"/>
            <a:ext cx="41841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ru" sz="2200"/>
              <a:t>Начальный экран</a:t>
            </a:r>
            <a:endParaRPr sz="22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/>
              <a:t>Игра начинается с интуитивно понятного первого экрана. Чем понятней, тем лучше.</a:t>
            </a:r>
            <a:endParaRPr sz="16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1" name="Google Shape;71;p14" title="Скрин глав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4600" y="1144125"/>
            <a:ext cx="1831389" cy="356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Настройки</a:t>
            </a:r>
            <a:endParaRPr/>
          </a:p>
        </p:txBody>
      </p:sp>
      <p:sp>
        <p:nvSpPr>
          <p:cNvPr id="77" name="Google Shape;77;p15"/>
          <p:cNvSpPr txBox="1"/>
          <p:nvPr>
            <p:ph idx="1" type="body"/>
          </p:nvPr>
        </p:nvSpPr>
        <p:spPr>
          <a:xfrm>
            <a:off x="387900" y="1489825"/>
            <a:ext cx="41841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ru" sz="2200"/>
              <a:t>Настройки звука</a:t>
            </a:r>
            <a:endParaRPr sz="22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/>
              <a:t>Включайте или выключайте звуковые эффекты и фоновую музыку.</a:t>
            </a:r>
            <a:endParaRPr sz="1600"/>
          </a:p>
          <a:p>
            <a:pPr indent="-368300" lvl="0" marL="457200" rtl="0" algn="l"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ru" sz="2200"/>
              <a:t>Сброс рекордов</a:t>
            </a:r>
            <a:endParaRPr sz="22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600"/>
              <a:t>Сбрасывайте таблицу рекордов в любой момент.</a:t>
            </a:r>
            <a:endParaRPr sz="1600"/>
          </a:p>
        </p:txBody>
      </p:sp>
      <p:pic>
        <p:nvPicPr>
          <p:cNvPr id="78" name="Google Shape;78;p15" title="Скрин меню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01050" y="1144125"/>
            <a:ext cx="1860675" cy="3583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Игровой процесс: Первый экран</a:t>
            </a:r>
            <a:endParaRPr/>
          </a:p>
        </p:txBody>
      </p:sp>
      <p:sp>
        <p:nvSpPr>
          <p:cNvPr id="84" name="Google Shape;84;p16"/>
          <p:cNvSpPr txBox="1"/>
          <p:nvPr>
            <p:ph idx="1" type="body"/>
          </p:nvPr>
        </p:nvSpPr>
        <p:spPr>
          <a:xfrm>
            <a:off x="387900" y="1489825"/>
            <a:ext cx="4184100" cy="34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ru" sz="2200"/>
              <a:t>Интерфейс</a:t>
            </a:r>
            <a:endParaRPr sz="22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/>
              <a:t>Экран игры отображает ключевую информацию. Следите за своим счетом и количеством жизней</a:t>
            </a:r>
            <a:r>
              <a:rPr lang="ru"/>
              <a:t>.</a:t>
            </a:r>
            <a:endParaRPr/>
          </a:p>
          <a:p>
            <a:pPr indent="-368300" lvl="0" marL="457200" rtl="0" algn="l"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ru" sz="2200"/>
              <a:t>Динамика</a:t>
            </a:r>
            <a:endParaRPr sz="2200"/>
          </a:p>
          <a:p>
            <a:pPr indent="0" lvl="0" marL="4500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600"/>
              <a:t>Счет увеличивается по мере прохождения времени и, если выстрелив игрок сбивает летящий на него объект.</a:t>
            </a:r>
            <a:endParaRPr/>
          </a:p>
        </p:txBody>
      </p:sp>
      <p:pic>
        <p:nvPicPr>
          <p:cNvPr id="85" name="Google Shape;85;p16" title="Скрин игр проц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38100" y="1144125"/>
            <a:ext cx="1830425" cy="3570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Механика игры: Жизни и столкновения</a:t>
            </a:r>
            <a:endParaRPr/>
          </a:p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87900" y="1489825"/>
            <a:ext cx="4184100" cy="324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ru" sz="2200"/>
              <a:t>Столкновение с мусором</a:t>
            </a:r>
            <a:endParaRPr sz="22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/>
              <a:t>Каждое столкновение уменьшает количество жизней.</a:t>
            </a:r>
            <a:endParaRPr sz="1600"/>
          </a:p>
          <a:p>
            <a:pPr indent="-368300" lvl="0" marL="457200" rtl="0" algn="l"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ru" sz="2200"/>
              <a:t>Потеря жизней</a:t>
            </a:r>
            <a:endParaRPr sz="22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/>
              <a:t> </a:t>
            </a:r>
            <a:r>
              <a:rPr lang="ru" sz="1600"/>
              <a:t>Избегайте</a:t>
            </a:r>
            <a:r>
              <a:rPr lang="ru" sz="1600"/>
              <a:t> </a:t>
            </a:r>
            <a:r>
              <a:rPr lang="ru" sz="1600"/>
              <a:t>столкновений</a:t>
            </a:r>
            <a:r>
              <a:rPr lang="ru" sz="1600"/>
              <a:t>.</a:t>
            </a:r>
            <a:endParaRPr sz="1600"/>
          </a:p>
          <a:p>
            <a:pPr indent="-368300" lvl="0" marL="457200" rtl="0" algn="l"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ru" sz="2200"/>
              <a:t>Конец игры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        </a:t>
            </a:r>
            <a:r>
              <a:rPr lang="ru" sz="1600"/>
              <a:t>Кончились жизни — КОНЕЦ.</a:t>
            </a:r>
            <a:endParaRPr sz="1600"/>
          </a:p>
        </p:txBody>
      </p:sp>
      <p:pic>
        <p:nvPicPr>
          <p:cNvPr id="92" name="Google Shape;92;p17" title="Скрин игр проц мега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0375" y="1144125"/>
            <a:ext cx="1853975" cy="355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Управление состоянием игры</a:t>
            </a:r>
            <a:endParaRPr/>
          </a:p>
        </p:txBody>
      </p:sp>
      <p:sp>
        <p:nvSpPr>
          <p:cNvPr id="98" name="Google Shape;98;p18"/>
          <p:cNvSpPr txBox="1"/>
          <p:nvPr>
            <p:ph idx="1" type="body"/>
          </p:nvPr>
        </p:nvSpPr>
        <p:spPr>
          <a:xfrm>
            <a:off x="387900" y="1489825"/>
            <a:ext cx="41841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ru" sz="2200"/>
              <a:t>Возобновление</a:t>
            </a:r>
            <a:endParaRPr sz="2200"/>
          </a:p>
          <a:p>
            <a:pPr indent="0" lvl="0" marL="450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/>
              <a:t>Легко </a:t>
            </a:r>
            <a:r>
              <a:rPr lang="ru" sz="1600"/>
              <a:t>возобновляется</a:t>
            </a:r>
            <a:r>
              <a:rPr lang="ru" sz="1600"/>
              <a:t> игровой процесс. Есть возможность рестарта.</a:t>
            </a:r>
            <a:endParaRPr sz="1600"/>
          </a:p>
          <a:p>
            <a:pPr indent="-368300" lvl="0" marL="457200" rtl="0" algn="l"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ru" sz="2200"/>
              <a:t>Пауза</a:t>
            </a:r>
            <a:endParaRPr sz="22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/>
              <a:t>Ставьте игру на паузу </a:t>
            </a:r>
            <a:r>
              <a:rPr lang="ru" sz="1600"/>
              <a:t>в любой момент.</a:t>
            </a:r>
            <a:endParaRPr sz="16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99" name="Google Shape;99;p18" title="пауза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02925" y="1144125"/>
            <a:ext cx="1858050" cy="3609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Таблица лучших результатов</a:t>
            </a:r>
            <a:endParaRPr/>
          </a:p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387900" y="1489825"/>
            <a:ext cx="4184100" cy="350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ru" sz="2200"/>
              <a:t>Окончание игры</a:t>
            </a:r>
            <a:endParaRPr sz="22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/>
              <a:t>Когда жизни заканчиваются, игра завершается.</a:t>
            </a:r>
            <a:endParaRPr sz="1600"/>
          </a:p>
          <a:p>
            <a:pPr indent="-368300" lvl="0" marL="457200" rtl="0" algn="l"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ru" sz="2200"/>
              <a:t>Отображение рекордов</a:t>
            </a:r>
            <a:endParaRPr sz="2200"/>
          </a:p>
          <a:p>
            <a:pPr indent="0" lvl="0" marL="450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/>
              <a:t>На экране появляется таблица с лучшими результатами.</a:t>
            </a:r>
            <a:endParaRPr sz="1600"/>
          </a:p>
          <a:p>
            <a:pPr indent="-368300" lvl="0" marL="457200" rtl="0" algn="l"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ru" sz="2200"/>
              <a:t>Соревнование</a:t>
            </a:r>
            <a:endParaRPr sz="22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600"/>
              <a:t> </a:t>
            </a:r>
            <a:r>
              <a:rPr lang="ru" sz="1600"/>
              <a:t>Стремитесь побить свои рекорды.</a:t>
            </a:r>
            <a:endParaRPr sz="2200"/>
          </a:p>
        </p:txBody>
      </p:sp>
      <p:pic>
        <p:nvPicPr>
          <p:cNvPr id="106" name="Google Shape;106;p19" title="Скрин игр проц конец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2805" y="1144125"/>
            <a:ext cx="1833670" cy="3501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Ключевые особенности игры</a:t>
            </a:r>
            <a:endParaRPr/>
          </a:p>
        </p:txBody>
      </p:sp>
      <p:sp>
        <p:nvSpPr>
          <p:cNvPr id="112" name="Google Shape;112;p20"/>
          <p:cNvSpPr txBox="1"/>
          <p:nvPr>
            <p:ph idx="1" type="body"/>
          </p:nvPr>
        </p:nvSpPr>
        <p:spPr>
          <a:xfrm>
            <a:off x="387900" y="1489825"/>
            <a:ext cx="4184100" cy="350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ru" sz="2200"/>
              <a:t>Настраиваемость</a:t>
            </a:r>
            <a:endParaRPr sz="22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/>
              <a:t>Управляйте звуком и рекордами.</a:t>
            </a:r>
            <a:endParaRPr sz="1600"/>
          </a:p>
          <a:p>
            <a:pPr indent="-368300" lvl="0" marL="457200" rtl="0" algn="l"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ru" sz="2200"/>
              <a:t>Динамичный счет</a:t>
            </a:r>
            <a:endParaRPr sz="22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/>
              <a:t>Счет растет со временем и меткостью.</a:t>
            </a:r>
            <a:endParaRPr sz="2200"/>
          </a:p>
          <a:p>
            <a:pPr indent="-368300" lvl="0" marL="457200" rtl="0" algn="l"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ru" sz="2200"/>
              <a:t>Система счета жизней</a:t>
            </a:r>
            <a:endParaRPr sz="22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600"/>
              <a:t>Жизни уменьшаются при столкновениях.</a:t>
            </a:r>
            <a:endParaRPr sz="1600"/>
          </a:p>
        </p:txBody>
      </p:sp>
      <p:pic>
        <p:nvPicPr>
          <p:cNvPr id="113" name="Google Shape;113;p20" title="2025-12-23_20-00-5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32725" y="1489825"/>
            <a:ext cx="3164650" cy="315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Заключение и перспективы</a:t>
            </a:r>
            <a:endParaRPr/>
          </a:p>
        </p:txBody>
      </p:sp>
      <p:sp>
        <p:nvSpPr>
          <p:cNvPr id="119" name="Google Shape;119;p21"/>
          <p:cNvSpPr txBox="1"/>
          <p:nvPr>
            <p:ph idx="1" type="body"/>
          </p:nvPr>
        </p:nvSpPr>
        <p:spPr>
          <a:xfrm>
            <a:off x="387900" y="1489825"/>
            <a:ext cx="4184100" cy="33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ru" sz="2200"/>
              <a:t>Увлекательный игровой опыт.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ru" sz="2200"/>
              <a:t>Простая механика и возможность отслеживать прогресс.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ru" sz="2200"/>
              <a:t>Устанавливайте новые рекорды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the word press start is written in pixel art style (источник: Tenor)" id="120" name="Google Shape;12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294350"/>
            <a:ext cx="4184100" cy="25548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