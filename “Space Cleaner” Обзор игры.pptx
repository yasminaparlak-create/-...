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embeddedFontLst>
    <p:embeddedFont>
      <p:font typeface="Roboto" panose="020B0604020202020204" charset="0"/>
      <p:regular r:id="rId12"/>
      <p:bold r:id="rId13"/>
      <p:italic r:id="rId14"/>
      <p:boldItalic r:id="rId15"/>
    </p:embeddedFont>
    <p:embeddedFont>
      <p:font typeface="Roboto Slab" panose="020B0604020202020204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35913e9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b35913e9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b35913e92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b35913e92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b35913e92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b35913e92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35913e92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35913e92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b35913e92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b35913e92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35913e92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35913e92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b35913e926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b35913e926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35913e92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b35913e92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“Space Cleaner”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Обзор игры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Представляю вам игру “Space Cleaner” от Пироговой Я. К.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Погрузитесь в мир, где вы сражаетесь за баланс и чистоту во Вселенной.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Начало игры</a:t>
            </a:r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41841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68300">
              <a:buSzPts val="2200"/>
            </a:pPr>
            <a:r>
              <a:rPr lang="ru" sz="2000" dirty="0"/>
              <a:t>Начальный экран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Игра начинается с интуитивно понятного первого экрана. Чем понятней, тем лучше.</a:t>
            </a:r>
            <a:endParaRPr sz="1400" dirty="0"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1" name="Google Shape;71;p14" title="Скрин глав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4600" y="1144125"/>
            <a:ext cx="1831389" cy="356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Настройки</a:t>
            </a:r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41841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68300">
              <a:buSzPts val="2200"/>
            </a:pPr>
            <a:r>
              <a:rPr lang="ru" sz="2000" dirty="0"/>
              <a:t>Настройки звука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Включайте или выключайте звуковые эффекты и фоновую музыку.</a:t>
            </a:r>
            <a:endParaRPr lang="en-US" sz="1400" dirty="0"/>
          </a:p>
          <a:p>
            <a:pPr lvl="0" indent="0">
              <a:spcBef>
                <a:spcPts val="1200"/>
              </a:spcBef>
              <a:buNone/>
            </a:pPr>
            <a:endParaRPr sz="1400" dirty="0"/>
          </a:p>
          <a:p>
            <a:pPr lvl="0" indent="-368300">
              <a:buSzPts val="2200"/>
            </a:pPr>
            <a:r>
              <a:rPr lang="ru" sz="2000" dirty="0"/>
              <a:t>Сброс рекордов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Сбрасывайте таблицу рекордов в любой момент.</a:t>
            </a:r>
            <a:endParaRPr sz="1400" dirty="0"/>
          </a:p>
        </p:txBody>
      </p:sp>
      <p:pic>
        <p:nvPicPr>
          <p:cNvPr id="78" name="Google Shape;78;p15" title="Скрин меню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01050" y="1144125"/>
            <a:ext cx="1860675" cy="3583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Игровой процесс: Первый экран</a:t>
            </a:r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4184100" cy="27807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-368300">
              <a:buSzPts val="2200"/>
            </a:pPr>
            <a:r>
              <a:rPr lang="ru" sz="2000" dirty="0"/>
              <a:t>Интерфейс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Экран игры отображает ключевую информацию. Следите за своим счетом и количеством жизней.</a:t>
            </a:r>
            <a:endParaRPr lang="en-US" sz="1400"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400" dirty="0"/>
          </a:p>
          <a:p>
            <a:pPr indent="-368300">
              <a:buSzPts val="2200"/>
            </a:pPr>
            <a:r>
              <a:rPr lang="ru" sz="2000" dirty="0"/>
              <a:t>Динамика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Счет увеличивается по мере прохождения времени и, если выстрелив игрок сбивает летящий на него объект.</a:t>
            </a:r>
            <a:endParaRPr sz="1400" dirty="0"/>
          </a:p>
        </p:txBody>
      </p:sp>
      <p:pic>
        <p:nvPicPr>
          <p:cNvPr id="85" name="Google Shape;85;p16" title="Скрин игр проц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8100" y="1144125"/>
            <a:ext cx="1830425" cy="3570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Механика игры: Жизни и столкновения</a:t>
            </a:r>
            <a:endParaRPr/>
          </a:p>
        </p:txBody>
      </p:sp>
      <p:sp>
        <p:nvSpPr>
          <p:cNvPr id="91" name="Google Shape;91;p17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4184100" cy="2733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indent="-368300">
              <a:buSzPts val="2200"/>
            </a:pPr>
            <a:r>
              <a:rPr lang="ru" sz="2000" dirty="0"/>
              <a:t>Столкновение с мусором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Каждое столкновение уменьшает количество жизней.</a:t>
            </a:r>
            <a:r>
              <a:rPr lang="ru" sz="1400" dirty="0">
                <a:solidFill>
                  <a:schemeClr val="tx1"/>
                </a:solidFill>
              </a:rPr>
              <a:t> </a:t>
            </a:r>
            <a:br>
              <a:rPr lang="ru" sz="1400" dirty="0">
                <a:solidFill>
                  <a:schemeClr val="tx1"/>
                </a:solidFill>
              </a:rPr>
            </a:br>
            <a:endParaRPr sz="1400" dirty="0"/>
          </a:p>
          <a:p>
            <a:pPr indent="-368300">
              <a:buSzPts val="2200"/>
            </a:pPr>
            <a:r>
              <a:rPr lang="ru" sz="2000" dirty="0"/>
              <a:t>Потеря жизней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Избегайте столкновений.</a:t>
            </a:r>
            <a:endParaRPr lang="en-US" sz="1400" dirty="0"/>
          </a:p>
          <a:p>
            <a:pPr indent="-368300">
              <a:buSzPts val="2200"/>
            </a:pPr>
            <a:endParaRPr sz="1400" dirty="0"/>
          </a:p>
          <a:p>
            <a:pPr lvl="0" indent="-368300">
              <a:buSzPts val="2200"/>
            </a:pPr>
            <a:r>
              <a:rPr lang="ru" sz="2000" dirty="0"/>
              <a:t>Конец игры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Кончились жизни — КОНЕЦ.</a:t>
            </a:r>
            <a:endParaRPr sz="1400" dirty="0"/>
          </a:p>
        </p:txBody>
      </p:sp>
      <p:pic>
        <p:nvPicPr>
          <p:cNvPr id="92" name="Google Shape;92;p17" title="Скрин игр проц мега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10375" y="1144125"/>
            <a:ext cx="1853975" cy="355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Управление состоянием игры</a:t>
            </a:r>
            <a:endParaRPr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41841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68300">
              <a:buSzPts val="2200"/>
            </a:pPr>
            <a:r>
              <a:rPr lang="ru-RU" sz="2000" dirty="0"/>
              <a:t>Возобновление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-RU" sz="1400" dirty="0"/>
              <a:t>Легко возобновляется игровой процесс. Есть возможность</a:t>
            </a:r>
            <a:r>
              <a:rPr lang="ru-RU" sz="1600" dirty="0"/>
              <a:t> </a:t>
            </a:r>
            <a:r>
              <a:rPr lang="ru-RU" sz="1400" dirty="0"/>
              <a:t>рестарта.</a:t>
            </a:r>
            <a:endParaRPr lang="en-US" sz="1400" dirty="0"/>
          </a:p>
          <a:p>
            <a:pPr marL="4500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ru-RU" sz="1400" dirty="0"/>
          </a:p>
          <a:p>
            <a:pPr lvl="0" indent="-368300">
              <a:buSzPts val="2200"/>
            </a:pPr>
            <a:r>
              <a:rPr lang="ru" sz="2000" dirty="0"/>
              <a:t>Пауза</a:t>
            </a:r>
            <a:br>
              <a:rPr lang="ru" sz="1400" dirty="0">
                <a:solidFill>
                  <a:schemeClr val="tx1"/>
                </a:solidFill>
              </a:rPr>
            </a:br>
            <a:r>
              <a:rPr lang="ru" sz="1400" dirty="0"/>
              <a:t>Ставьте игру на паузу в любой момент.</a:t>
            </a:r>
            <a:endParaRPr sz="1400" dirty="0"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 dirty="0"/>
          </a:p>
        </p:txBody>
      </p:sp>
      <p:pic>
        <p:nvPicPr>
          <p:cNvPr id="99" name="Google Shape;99;p18" title="пауза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02925" y="1144125"/>
            <a:ext cx="1858050" cy="3609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Таблица лучших результатов</a:t>
            </a:r>
            <a:endParaRPr/>
          </a:p>
        </p:txBody>
      </p:sp>
      <p:sp>
        <p:nvSpPr>
          <p:cNvPr id="105" name="Google Shape;105;p19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4184100" cy="30161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ru" sz="2000" dirty="0">
                <a:solidFill>
                  <a:schemeClr val="tx1"/>
                </a:solidFill>
              </a:rPr>
              <a:t>Окончание игры</a:t>
            </a:r>
            <a:br>
              <a:rPr lang="ru" sz="20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>Когда жизни заканчиваются, игра завершается.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  <a:p>
            <a:pPr indent="-368300">
              <a:buSzPts val="2200"/>
            </a:pPr>
            <a:r>
              <a:rPr lang="ru" sz="2000" dirty="0"/>
              <a:t>Отображение рекордов</a:t>
            </a:r>
            <a:br>
              <a:rPr lang="ru" sz="2000" dirty="0"/>
            </a:br>
            <a:r>
              <a:rPr lang="ru" sz="1400" dirty="0"/>
              <a:t>На экране появляется таблица с лучшими результатами.</a:t>
            </a:r>
            <a:br>
              <a:rPr lang="ru" sz="1400" dirty="0"/>
            </a:br>
            <a:endParaRPr sz="1400" dirty="0"/>
          </a:p>
          <a:p>
            <a:pPr lvl="0" indent="-368300">
              <a:buSzPts val="2200"/>
            </a:pPr>
            <a:r>
              <a:rPr lang="ru" sz="2000" dirty="0"/>
              <a:t>Соревнование</a:t>
            </a:r>
            <a:br>
              <a:rPr lang="ru" sz="2000" dirty="0"/>
            </a:br>
            <a:r>
              <a:rPr lang="ru" sz="1600" dirty="0"/>
              <a:t> </a:t>
            </a:r>
            <a:r>
              <a:rPr lang="ru" sz="1400" dirty="0"/>
              <a:t>Стремитесь побить свои рекорды.</a:t>
            </a:r>
            <a:endParaRPr sz="1400" dirty="0"/>
          </a:p>
        </p:txBody>
      </p:sp>
      <p:pic>
        <p:nvPicPr>
          <p:cNvPr id="106" name="Google Shape;106;p19" title="Скрин игр проц конец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12805" y="1144125"/>
            <a:ext cx="1833670" cy="350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Ключевые особенности игры</a:t>
            </a:r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4184100" cy="33008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ru" sz="2000" dirty="0"/>
              <a:t>Настраиваемость</a:t>
            </a:r>
            <a:br>
              <a:rPr lang="ru" sz="2000" dirty="0"/>
            </a:br>
            <a:r>
              <a:rPr lang="ru" sz="1400" dirty="0"/>
              <a:t>Управляйте звуком и рекордами.</a:t>
            </a:r>
            <a:endParaRPr sz="1400" dirty="0"/>
          </a:p>
          <a:p>
            <a:pPr marL="457200" lvl="0" indent="-368300" algn="l" rtl="0"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ru" sz="2000" dirty="0"/>
              <a:t>Динамичный счет</a:t>
            </a:r>
            <a:br>
              <a:rPr lang="ru" sz="2000" dirty="0"/>
            </a:br>
            <a:r>
              <a:rPr lang="ru" sz="1400" dirty="0"/>
              <a:t>Счет растет со временем и меткостью.</a:t>
            </a:r>
            <a:endParaRPr sz="2000" dirty="0"/>
          </a:p>
          <a:p>
            <a:pPr lvl="0" indent="-368300">
              <a:spcBef>
                <a:spcPts val="1200"/>
              </a:spcBef>
              <a:buSzPts val="2200"/>
            </a:pPr>
            <a:r>
              <a:rPr lang="ru-RU" sz="2000" dirty="0"/>
              <a:t>Система счета жизней</a:t>
            </a:r>
            <a:br>
              <a:rPr lang="ru-RU" sz="2000" dirty="0"/>
            </a:br>
            <a:r>
              <a:rPr lang="ru-RU" sz="1400" dirty="0"/>
              <a:t>Жизни уменьшаются при столкновениях. </a:t>
            </a:r>
          </a:p>
          <a:p>
            <a:pPr lvl="0" indent="-368300">
              <a:spcBef>
                <a:spcPts val="1200"/>
              </a:spcBef>
              <a:buSzPts val="2200"/>
            </a:pPr>
            <a:r>
              <a:rPr lang="ru-RU" sz="2000" dirty="0"/>
              <a:t>Добавлено</a:t>
            </a:r>
            <a:br>
              <a:rPr lang="ru-RU" sz="2000" dirty="0"/>
            </a:br>
            <a:r>
              <a:rPr lang="ru-RU" sz="1400" dirty="0"/>
              <a:t>2 вида астероидов и сломанных спутников, крутящихся вокруг своей оси.</a:t>
            </a:r>
          </a:p>
        </p:txBody>
      </p:sp>
      <p:pic>
        <p:nvPicPr>
          <p:cNvPr id="113" name="Google Shape;113;p20" title="2025-12-23_20-00-5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2725" y="1489825"/>
            <a:ext cx="3164650" cy="315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Заключение и перспективы</a:t>
            </a:r>
            <a:endParaRPr/>
          </a:p>
        </p:txBody>
      </p:sp>
      <p:sp>
        <p:nvSpPr>
          <p:cNvPr id="119" name="Google Shape;119;p21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4184100" cy="39964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-368300">
              <a:buSzPts val="2200"/>
            </a:pPr>
            <a:r>
              <a:rPr lang="ru" sz="2000" dirty="0"/>
              <a:t>Увлекательный игровой опыт.</a:t>
            </a:r>
            <a:r>
              <a:rPr lang="ru" sz="2000" dirty="0">
                <a:solidFill>
                  <a:schemeClr val="tx1"/>
                </a:solidFill>
              </a:rPr>
              <a:t> </a:t>
            </a:r>
            <a:br>
              <a:rPr lang="ru" sz="2000" dirty="0">
                <a:solidFill>
                  <a:schemeClr val="tx1"/>
                </a:solidFill>
              </a:rPr>
            </a:br>
            <a:endParaRPr sz="2000" dirty="0"/>
          </a:p>
          <a:p>
            <a:pPr lvl="0" indent="-368300">
              <a:buSzPts val="2200"/>
            </a:pPr>
            <a:r>
              <a:rPr lang="ru" sz="2000" dirty="0"/>
              <a:t>Простая механика и возможность отслеживать прогресс.</a:t>
            </a:r>
            <a:r>
              <a:rPr lang="ru" sz="2000" dirty="0">
                <a:solidFill>
                  <a:schemeClr val="tx1"/>
                </a:solidFill>
              </a:rPr>
              <a:t> </a:t>
            </a:r>
            <a:br>
              <a:rPr lang="ru" sz="2000" dirty="0">
                <a:solidFill>
                  <a:schemeClr val="tx1"/>
                </a:solidFill>
              </a:rPr>
            </a:br>
            <a:endParaRPr sz="2000" dirty="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ru" sz="2000" dirty="0"/>
              <a:t>Устанавливайте новые рекорды</a:t>
            </a:r>
            <a:endParaRPr sz="20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20" name="Google Shape;120;p21" descr="the word press start is written in pixel art style (источник: Tenor)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294350"/>
            <a:ext cx="4184100" cy="2554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75</Words>
  <Application>Microsoft Office PowerPoint</Application>
  <PresentationFormat>Экран (16:9)</PresentationFormat>
  <Paragraphs>36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Roboto Slab</vt:lpstr>
      <vt:lpstr>Roboto</vt:lpstr>
      <vt:lpstr>Arial</vt:lpstr>
      <vt:lpstr>Marina</vt:lpstr>
      <vt:lpstr>“Space Cleaner” Обзор игры</vt:lpstr>
      <vt:lpstr>Начало игры</vt:lpstr>
      <vt:lpstr>Настройки</vt:lpstr>
      <vt:lpstr>Игровой процесс: Первый экран</vt:lpstr>
      <vt:lpstr>Механика игры: Жизни и столкновения</vt:lpstr>
      <vt:lpstr>Управление состоянием игры</vt:lpstr>
      <vt:lpstr>Таблица лучших результатов</vt:lpstr>
      <vt:lpstr>Ключевые особенности игры</vt:lpstr>
      <vt:lpstr>Заключение и перспективы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“Space Cleaner” Обзор игры</dc:title>
  <dc:creator>game</dc:creator>
  <cp:lastModifiedBy>game</cp:lastModifiedBy>
  <cp:revision>3</cp:revision>
  <dcterms:modified xsi:type="dcterms:W3CDTF">2025-12-24T11:58:39Z</dcterms:modified>
</cp:coreProperties>
</file>